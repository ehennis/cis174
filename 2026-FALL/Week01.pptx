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73" r:id="rId5"/>
    <p:sldId id="259" r:id="rId6"/>
    <p:sldId id="257" r:id="rId7"/>
    <p:sldId id="272" r:id="rId8"/>
    <p:sldId id="267" r:id="rId9"/>
    <p:sldId id="262" r:id="rId10"/>
    <p:sldId id="263" r:id="rId11"/>
    <p:sldId id="264" r:id="rId12"/>
    <p:sldId id="265" r:id="rId13"/>
    <p:sldId id="270" r:id="rId14"/>
    <p:sldId id="271" r:id="rId15"/>
    <p:sldId id="266" r:id="rId16"/>
    <p:sldId id="268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Iowa_State_Cyclones_football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sojournermarablegrimmett.blogspot.com/2011/08/georgia-tech-town-kickoff-tech-partners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4.4/getting-started/introduction/" TargetMode="External"/><Relationship Id="rId2" Type="http://schemas.openxmlformats.org/officeDocument/2006/relationships/hyperlink" Target="https://www.w3schools.com/html/html_responsive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1: 2026-08-27 to 09-02</a:t>
            </a:r>
          </a:p>
          <a:p>
            <a:r>
              <a:rPr lang="en-US" dirty="0"/>
              <a:t>Chapters 1 &amp; 2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86284A-1DF7-4A12-A63F-FF7358B1B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876" y="3548720"/>
            <a:ext cx="2701532" cy="3215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295947-B9C9-4DF9-A570-A1E0A47E1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913349" y="3822942"/>
            <a:ext cx="3353322" cy="27571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2C66B-682E-4FD2-9170-32CC88A76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CEAFF-5316-430A-B222-E305CE3A2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934"/>
            <a:ext cx="10515600" cy="4351338"/>
          </a:xfrm>
        </p:spPr>
        <p:txBody>
          <a:bodyPr/>
          <a:lstStyle/>
          <a:p>
            <a:r>
              <a:rPr lang="en-US" dirty="0"/>
              <a:t>BS from Iowa State 2004</a:t>
            </a:r>
          </a:p>
          <a:p>
            <a:r>
              <a:rPr lang="en-US" dirty="0"/>
              <a:t>MS from Georgia Tech 2018</a:t>
            </a:r>
          </a:p>
          <a:p>
            <a:r>
              <a:rPr lang="en-US" dirty="0"/>
              <a:t>C# developer since 2004</a:t>
            </a:r>
          </a:p>
          <a:p>
            <a:r>
              <a:rPr lang="en-US" dirty="0"/>
              <a:t>GDE in Machine Learning 2019</a:t>
            </a:r>
          </a:p>
          <a:p>
            <a:r>
              <a:rPr lang="en-US" dirty="0"/>
              <a:t>Worked at FIREHOUSE Software, Wells Fargo (QCI), Corteva, and now Microsoft.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BC318E-8528-44F6-972B-F99EA4FF9D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8200" y="4285873"/>
            <a:ext cx="3330944" cy="2296963"/>
          </a:xfrm>
          <a:prstGeom prst="rect">
            <a:avLst/>
          </a:prstGeom>
        </p:spPr>
      </p:pic>
      <p:pic>
        <p:nvPicPr>
          <p:cNvPr id="1026" name="Picture 2" descr="new-microsoft-logo-SIZED-SQUARE-300x297 - Authy">
            <a:extLst>
              <a:ext uri="{FF2B5EF4-FFF2-40B4-BE49-F238E27FC236}">
                <a16:creationId xmlns:a16="http://schemas.microsoft.com/office/drawing/2014/main" id="{E79BEDE8-DC56-537A-0FD6-47803BAE6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908" y="132947"/>
            <a:ext cx="28575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772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(Topic 2)</a:t>
            </a:r>
          </a:p>
          <a:p>
            <a:r>
              <a:rPr lang="en-US" dirty="0"/>
              <a:t>e-Text Confirmation (Topic 3)</a:t>
            </a:r>
          </a:p>
          <a:p>
            <a:r>
              <a:rPr lang="en-US" dirty="0"/>
              <a:t>Install Visual Studio (Topic 4)</a:t>
            </a:r>
          </a:p>
          <a:p>
            <a:r>
              <a:rPr lang="en-US" dirty="0"/>
              <a:t>Verify GitHub Account (Topic 4)</a:t>
            </a:r>
          </a:p>
          <a:p>
            <a:r>
              <a:rPr lang="en-US" dirty="0"/>
              <a:t>Install SQL Express (Topic 4)</a:t>
            </a:r>
          </a:p>
          <a:p>
            <a:r>
              <a:rPr lang="en-US" dirty="0" err="1"/>
              <a:t>WebAppHelloWorld</a:t>
            </a:r>
            <a:r>
              <a:rPr lang="en-US" dirty="0"/>
              <a:t> (Topic 5)</a:t>
            </a:r>
          </a:p>
          <a:p>
            <a:r>
              <a:rPr lang="en-US" dirty="0"/>
              <a:t>Murach Chapter 1 Quiz (Topic 6)</a:t>
            </a:r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Getting started </a:t>
            </a:r>
            <a:r>
              <a:rPr lang="en-US"/>
              <a:t>with Canvas</a:t>
            </a:r>
            <a:endParaRPr lang="en-US" dirty="0"/>
          </a:p>
          <a:p>
            <a:r>
              <a:rPr lang="en-US" dirty="0"/>
              <a:t>Class Introductions</a:t>
            </a:r>
          </a:p>
          <a:p>
            <a:r>
              <a:rPr lang="en-US" dirty="0"/>
              <a:t>Text and Course Resources</a:t>
            </a:r>
          </a:p>
          <a:p>
            <a:r>
              <a:rPr lang="en-US" dirty="0"/>
              <a:t>Software used in the course</a:t>
            </a:r>
          </a:p>
          <a:p>
            <a:r>
              <a:rPr lang="en-US" dirty="0"/>
              <a:t>First Application</a:t>
            </a:r>
          </a:p>
          <a:p>
            <a:r>
              <a:rPr lang="en-US" dirty="0"/>
              <a:t>Getting Started</a:t>
            </a:r>
          </a:p>
        </p:txBody>
      </p:sp>
    </p:spTree>
    <p:extLst>
      <p:ext uri="{BB962C8B-B14F-4D97-AF65-F5344CB8AC3E}">
        <p14:creationId xmlns:p14="http://schemas.microsoft.com/office/powerpoint/2010/main" val="2756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02C47-3486-4C07-8B5C-2DE4BC98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5A68-7A41-45DD-9F75-8EF45C60C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Murach Chapter 2 Quiz (Topic 1)</a:t>
            </a:r>
          </a:p>
          <a:p>
            <a:r>
              <a:rPr lang="en-US" dirty="0"/>
              <a:t>Lab MVC App (Topic 1)</a:t>
            </a:r>
          </a:p>
          <a:p>
            <a:r>
              <a:rPr lang="en-US" dirty="0"/>
              <a:t>Murach Chapter 3 Quiz (Topic 2)</a:t>
            </a:r>
          </a:p>
          <a:p>
            <a:r>
              <a:rPr lang="en-US" dirty="0"/>
              <a:t>Responsive Web App (Topic 2)</a:t>
            </a:r>
          </a:p>
          <a:p>
            <a:r>
              <a:rPr lang="en-US" dirty="0"/>
              <a:t>Final Project Introduction (Topic 3)</a:t>
            </a:r>
          </a:p>
        </p:txBody>
      </p:sp>
    </p:spTree>
    <p:extLst>
      <p:ext uri="{BB962C8B-B14F-4D97-AF65-F5344CB8AC3E}">
        <p14:creationId xmlns:p14="http://schemas.microsoft.com/office/powerpoint/2010/main" val="128858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Canvas Overview</a:t>
            </a:r>
          </a:p>
          <a:p>
            <a:r>
              <a:rPr lang="en-US" dirty="0"/>
              <a:t>Class Introductions</a:t>
            </a:r>
          </a:p>
          <a:p>
            <a:r>
              <a:rPr lang="en-US" dirty="0"/>
              <a:t>Software Installs</a:t>
            </a:r>
          </a:p>
          <a:p>
            <a:r>
              <a:rPr lang="en-US" dirty="0"/>
              <a:t>Hello World MVC Web App</a:t>
            </a:r>
          </a:p>
          <a:p>
            <a:r>
              <a:rPr lang="en-US" dirty="0"/>
              <a:t>Getting Started with ASP.NET Core</a:t>
            </a:r>
          </a:p>
          <a:p>
            <a:r>
              <a:rPr lang="en-US" dirty="0"/>
              <a:t>Model View Controller (MVC) Overview</a:t>
            </a:r>
          </a:p>
          <a:p>
            <a:r>
              <a:rPr lang="en-US" dirty="0"/>
              <a:t>Responsive Web App</a:t>
            </a:r>
          </a:p>
          <a:p>
            <a:r>
              <a:rPr lang="en-US" dirty="0"/>
              <a:t>Brainstorm Final Project Ideas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Canvas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  <a:p>
            <a:r>
              <a:rPr lang="en-US" dirty="0"/>
              <a:t>Syllabus</a:t>
            </a:r>
          </a:p>
          <a:p>
            <a:r>
              <a:rPr lang="en-US" dirty="0"/>
              <a:t>Your Instructor</a:t>
            </a:r>
          </a:p>
          <a:p>
            <a:r>
              <a:rPr lang="en-US" dirty="0"/>
              <a:t>Course Content</a:t>
            </a:r>
          </a:p>
          <a:p>
            <a:pPr lvl="1"/>
            <a:r>
              <a:rPr lang="en-US" dirty="0"/>
              <a:t>Weekly Class Meeting: You are here now!</a:t>
            </a:r>
          </a:p>
          <a:p>
            <a:pPr lvl="1"/>
            <a:r>
              <a:rPr lang="en-US" dirty="0"/>
              <a:t>Module #: [Start Date]-[End Date]</a:t>
            </a:r>
          </a:p>
          <a:p>
            <a:pPr lvl="1"/>
            <a:r>
              <a:rPr lang="en-US" dirty="0"/>
              <a:t>Course Discussion Board</a:t>
            </a:r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9135-6EC5-4540-AD6D-208AA416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Introduction (Mod 0: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8BBC9-36DC-48BF-B60B-CCE74A6A0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new thread in the discussion board in the base folder of Module 0</a:t>
            </a:r>
          </a:p>
          <a:p>
            <a:pPr lvl="1"/>
            <a:r>
              <a:rPr lang="en-US" dirty="0"/>
              <a:t>Subject should be your name</a:t>
            </a:r>
          </a:p>
          <a:p>
            <a:pPr lvl="1"/>
            <a:r>
              <a:rPr lang="en-US" dirty="0"/>
              <a:t>Content MUST include that you have reviewed and understand the course syllabus and that you have access to your DMACC email account</a:t>
            </a:r>
          </a:p>
          <a:p>
            <a:pPr lvl="1"/>
            <a:r>
              <a:rPr lang="en-US" dirty="0"/>
              <a:t>Content can include (all optional):</a:t>
            </a:r>
          </a:p>
          <a:p>
            <a:pPr lvl="2"/>
            <a:r>
              <a:rPr lang="en-US" dirty="0"/>
              <a:t>Preferred Name</a:t>
            </a:r>
          </a:p>
          <a:p>
            <a:pPr lvl="2"/>
            <a:r>
              <a:rPr lang="en-US" dirty="0"/>
              <a:t>Photo</a:t>
            </a:r>
          </a:p>
          <a:p>
            <a:pPr lvl="2"/>
            <a:r>
              <a:rPr lang="en-US" dirty="0"/>
              <a:t>Why you took this course and what you hope to get out of it</a:t>
            </a:r>
          </a:p>
          <a:p>
            <a:pPr lvl="2"/>
            <a:r>
              <a:rPr lang="en-US" dirty="0"/>
              <a:t>The area which you are most interested</a:t>
            </a:r>
          </a:p>
          <a:p>
            <a:r>
              <a:rPr lang="en-US" dirty="0"/>
              <a:t>Reply to at least 2 other’s posts welcoming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10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6A59B-5282-4A6B-9665-B698AF5B8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(Mod 0 Topic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D4078-CACF-41A7-9919-EE36CBA17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 2022</a:t>
            </a:r>
          </a:p>
          <a:p>
            <a:pPr lvl="1"/>
            <a:r>
              <a:rPr lang="en-US" dirty="0"/>
              <a:t>Community is free</a:t>
            </a:r>
          </a:p>
          <a:p>
            <a:r>
              <a:rPr lang="en-US" dirty="0"/>
              <a:t>GitHub</a:t>
            </a:r>
          </a:p>
          <a:p>
            <a:pPr lvl="1"/>
            <a:r>
              <a:rPr lang="en-US" dirty="0"/>
              <a:t>Needs to be public or add me as collaborator</a:t>
            </a:r>
          </a:p>
          <a:p>
            <a:r>
              <a:rPr lang="en-US" dirty="0"/>
              <a:t>MS SQL Express</a:t>
            </a:r>
          </a:p>
          <a:p>
            <a:pPr lvl="1"/>
            <a:r>
              <a:rPr lang="en-US" dirty="0"/>
              <a:t>Developer Edition is free</a:t>
            </a:r>
          </a:p>
        </p:txBody>
      </p:sp>
    </p:spTree>
    <p:extLst>
      <p:ext uri="{BB962C8B-B14F-4D97-AF65-F5344CB8AC3E}">
        <p14:creationId xmlns:p14="http://schemas.microsoft.com/office/powerpoint/2010/main" val="2039993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92096-D960-4A7A-997B-172F0E73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ASP.NET Core Application (Topic 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30072-25B9-4686-BC36-4F9624C77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Studio: Getting Started</a:t>
            </a:r>
          </a:p>
          <a:p>
            <a:pPr lvl="1"/>
            <a:r>
              <a:rPr lang="en-US" dirty="0"/>
              <a:t>Create a new project</a:t>
            </a:r>
          </a:p>
          <a:p>
            <a:pPr lvl="1"/>
            <a:r>
              <a:rPr lang="en-US" dirty="0"/>
              <a:t>ASP.NET Core Web Application</a:t>
            </a:r>
          </a:p>
          <a:p>
            <a:r>
              <a:rPr lang="en-US" dirty="0"/>
              <a:t>Model/View/Controller</a:t>
            </a:r>
          </a:p>
          <a:p>
            <a:pPr lvl="1"/>
            <a:r>
              <a:rPr lang="en-US" dirty="0"/>
              <a:t>Model: Consists of the code that provides the data access and business logic</a:t>
            </a:r>
          </a:p>
          <a:p>
            <a:pPr lvl="1"/>
            <a:r>
              <a:rPr lang="en-US" dirty="0"/>
              <a:t>View: Consists of the code that generates the user interface</a:t>
            </a:r>
          </a:p>
          <a:p>
            <a:pPr lvl="1"/>
            <a:r>
              <a:rPr lang="en-US" dirty="0"/>
              <a:t>Controller: Consist of the code that receives requests from users, gets the appropriate data and stores it in the model, and passes the model to the appropriate view</a:t>
            </a:r>
          </a:p>
        </p:txBody>
      </p:sp>
    </p:spTree>
    <p:extLst>
      <p:ext uri="{BB962C8B-B14F-4D97-AF65-F5344CB8AC3E}">
        <p14:creationId xmlns:p14="http://schemas.microsoft.com/office/powerpoint/2010/main" val="395487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3D910-9A05-4549-9611-8D7A36D0D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ASP.NET Core (Mod 0: Topic 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D80AC-8137-41F4-AEB8-C409CE613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2002: ASP.NET Web Forms</a:t>
            </a:r>
          </a:p>
          <a:p>
            <a:pPr lvl="1"/>
            <a:r>
              <a:rPr lang="en-US" dirty="0"/>
              <a:t>Provided rapid development similar to Windows Forms</a:t>
            </a:r>
          </a:p>
          <a:p>
            <a:r>
              <a:rPr lang="en-US" dirty="0"/>
              <a:t>2007: ASP.NET MVC</a:t>
            </a:r>
          </a:p>
          <a:p>
            <a:pPr lvl="1"/>
            <a:r>
              <a:rPr lang="en-US" dirty="0"/>
              <a:t>Used the MVC patters (separation of concerns, etc.)</a:t>
            </a:r>
          </a:p>
          <a:p>
            <a:pPr lvl="1"/>
            <a:r>
              <a:rPr lang="en-US" dirty="0"/>
              <a:t>Still runs on proprietary ASP.NET Framework</a:t>
            </a:r>
          </a:p>
          <a:p>
            <a:r>
              <a:rPr lang="en-US" dirty="0"/>
              <a:t>2015: ASP.NET Core MVC</a:t>
            </a:r>
          </a:p>
          <a:p>
            <a:pPr lvl="1"/>
            <a:r>
              <a:rPr lang="en-US" dirty="0"/>
              <a:t>Runs on ASP.NET Core Framework (open source)</a:t>
            </a:r>
          </a:p>
          <a:p>
            <a:pPr lvl="1"/>
            <a:r>
              <a:rPr lang="en-US" dirty="0"/>
              <a:t>“Merged” ASP.NET MVC and ASP.NET Web </a:t>
            </a:r>
            <a:r>
              <a:rPr lang="en-US" dirty="0" err="1"/>
              <a:t>Api</a:t>
            </a:r>
            <a:endParaRPr lang="en-US" dirty="0"/>
          </a:p>
          <a:p>
            <a:pPr lvl="1"/>
            <a:r>
              <a:rPr lang="en-US" dirty="0"/>
              <a:t>V1 released 2016</a:t>
            </a:r>
          </a:p>
          <a:p>
            <a:pPr lvl="1"/>
            <a:endParaRPr lang="en-US" dirty="0"/>
          </a:p>
          <a:p>
            <a:r>
              <a:rPr lang="en-US" dirty="0"/>
              <a:t>.NET Framework/.NET Core/Microsoft hates numbers</a:t>
            </a:r>
          </a:p>
          <a:p>
            <a:pPr lvl="1"/>
            <a:r>
              <a:rPr lang="en-US" dirty="0"/>
              <a:t>.NET Framework + .NET Core =&gt; .NET 5</a:t>
            </a:r>
          </a:p>
          <a:p>
            <a:r>
              <a:rPr lang="en-US" dirty="0"/>
              <a:t>Currently on .NET 8 (LTS) and .NET 9 with .NET 10 coming out soon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74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42F-B963-48FE-A614-759D4D5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View Controller (Mod 1: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C3CC-CF77-449B-88DB-CAA4B736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View Controller (MVC)</a:t>
            </a:r>
          </a:p>
          <a:p>
            <a:pPr lvl="1"/>
            <a:r>
              <a:rPr lang="en-US" dirty="0"/>
              <a:t>Model: Consists of the code that provides the data access and business logic</a:t>
            </a:r>
          </a:p>
          <a:p>
            <a:pPr lvl="1"/>
            <a:r>
              <a:rPr lang="en-US" dirty="0"/>
              <a:t>View: Consists of the code that generates the user interface</a:t>
            </a:r>
          </a:p>
          <a:p>
            <a:pPr lvl="1"/>
            <a:r>
              <a:rPr lang="en-US" dirty="0"/>
              <a:t>Controller: Consist of the code that receives requests from users, gets the appropriate data and stores it in the model, and passes the model to the appropriate view</a:t>
            </a:r>
          </a:p>
          <a:p>
            <a:r>
              <a:rPr lang="en-US" dirty="0"/>
              <a:t>“Separation of duties”</a:t>
            </a:r>
          </a:p>
          <a:p>
            <a:pPr lvl="1"/>
            <a:r>
              <a:rPr lang="en-US" dirty="0"/>
              <a:t>Keep your data (database, webservice, etc.) separate from how you display your data</a:t>
            </a:r>
          </a:p>
          <a:p>
            <a:pPr lvl="1"/>
            <a:r>
              <a:rPr lang="en-US" dirty="0"/>
              <a:t>Easy to test</a:t>
            </a:r>
          </a:p>
          <a:p>
            <a:pPr lvl="1"/>
            <a:r>
              <a:rPr lang="en-US" dirty="0"/>
              <a:t>“Easy” to change either the UI or the Database</a:t>
            </a:r>
          </a:p>
        </p:txBody>
      </p:sp>
    </p:spTree>
    <p:extLst>
      <p:ext uri="{BB962C8B-B14F-4D97-AF65-F5344CB8AC3E}">
        <p14:creationId xmlns:p14="http://schemas.microsoft.com/office/powerpoint/2010/main" val="601203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42F-B963-48FE-A614-759D4D5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C3CC-CF77-449B-88DB-CAA4B736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MVC</a:t>
            </a:r>
          </a:p>
          <a:p>
            <a:pPr lvl="1"/>
            <a:r>
              <a:rPr lang="en-US" dirty="0"/>
              <a:t>Makes it easier to have different members of a team work on different components</a:t>
            </a:r>
          </a:p>
          <a:p>
            <a:pPr lvl="1"/>
            <a:r>
              <a:rPr lang="en-US" dirty="0"/>
              <a:t>Makes it possible to automate testing of individual components</a:t>
            </a:r>
          </a:p>
          <a:p>
            <a:pPr lvl="1"/>
            <a:r>
              <a:rPr lang="en-US" dirty="0"/>
              <a:t>Makes it possible to swap out one component for another component</a:t>
            </a:r>
          </a:p>
          <a:p>
            <a:pPr lvl="1"/>
            <a:r>
              <a:rPr lang="en-US" dirty="0"/>
              <a:t>Makes the app easier to maintain</a:t>
            </a:r>
          </a:p>
          <a:p>
            <a:r>
              <a:rPr lang="en-US" dirty="0"/>
              <a:t>Drawbacks of MVC</a:t>
            </a:r>
          </a:p>
          <a:p>
            <a:pPr lvl="1"/>
            <a:r>
              <a:rPr lang="en-US" dirty="0"/>
              <a:t>Requires more work to set up</a:t>
            </a:r>
          </a:p>
        </p:txBody>
      </p:sp>
    </p:spTree>
    <p:extLst>
      <p:ext uri="{BB962C8B-B14F-4D97-AF65-F5344CB8AC3E}">
        <p14:creationId xmlns:p14="http://schemas.microsoft.com/office/powerpoint/2010/main" val="155165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3C42F-B963-48FE-A614-759D4D5E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Demo (Mod 1: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1C3CC-CF77-449B-88DB-CAA4B7364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an ASP.NET Core MVC Application</a:t>
            </a:r>
          </a:p>
          <a:p>
            <a:r>
              <a:rPr lang="en-US" dirty="0"/>
              <a:t>Delete unnecessary files (Controllers, Models, and Views folder contents)</a:t>
            </a:r>
          </a:p>
          <a:p>
            <a:r>
              <a:rPr lang="en-US" dirty="0"/>
              <a:t>Add a controller, view, and model</a:t>
            </a:r>
          </a:p>
          <a:p>
            <a:r>
              <a:rPr lang="en-US" dirty="0"/>
              <a:t>Handle GET/POST requests</a:t>
            </a:r>
          </a:p>
          <a:p>
            <a:r>
              <a:rPr lang="en-US" dirty="0"/>
              <a:t>Validate User Input</a:t>
            </a:r>
          </a:p>
        </p:txBody>
      </p:sp>
    </p:spTree>
    <p:extLst>
      <p:ext uri="{BB962C8B-B14F-4D97-AF65-F5344CB8AC3E}">
        <p14:creationId xmlns:p14="http://schemas.microsoft.com/office/powerpoint/2010/main" val="1366350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DA10-2509-4FB8-8102-F8DFD44E7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Web App (Mod 1: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F3889-E86F-4F6B-8FE5-E187FBDCB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  <a:p>
            <a:r>
              <a:rPr lang="en-US" dirty="0"/>
              <a:t>Responsive Design</a:t>
            </a:r>
          </a:p>
          <a:p>
            <a:pPr lvl="1"/>
            <a:r>
              <a:rPr lang="en-US" dirty="0"/>
              <a:t>Design must handle multiple form factors (phone, tablet, laptop, etc.)</a:t>
            </a:r>
          </a:p>
          <a:p>
            <a:pPr lvl="1"/>
            <a:r>
              <a:rPr lang="en-US" dirty="0"/>
              <a:t>Use HTML and CSS</a:t>
            </a:r>
          </a:p>
          <a:p>
            <a:pPr lvl="1"/>
            <a:r>
              <a:rPr lang="en-US" dirty="0"/>
              <a:t>Bootstrap is an existing framework</a:t>
            </a:r>
          </a:p>
          <a:p>
            <a:r>
              <a:rPr lang="en-US" dirty="0"/>
              <a:t>w3schools examples: </a:t>
            </a:r>
            <a:r>
              <a:rPr lang="en-US" dirty="0">
                <a:hlinkClick r:id="rId2"/>
              </a:rPr>
              <a:t>https://www.w3schools.com/html/html_responsive.asp</a:t>
            </a:r>
            <a:endParaRPr lang="en-US" dirty="0"/>
          </a:p>
          <a:p>
            <a:r>
              <a:rPr lang="en-US" dirty="0"/>
              <a:t>Bootstrap: </a:t>
            </a:r>
            <a:r>
              <a:rPr lang="en-US" dirty="0">
                <a:hlinkClick r:id="rId3"/>
              </a:rPr>
              <a:t>https://getbootstrap.com/docs/4.4/getting-started/introduction/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05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2955-1FDA-4499-A6D0-7E2C8955F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Ideas (Mod 1: Topic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FC9DC-BFFD-4B26-B4B5-2660E2F76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a final test we will have a final project</a:t>
            </a:r>
          </a:p>
          <a:p>
            <a:r>
              <a:rPr lang="en-US" dirty="0"/>
              <a:t>Module 2: Brainstorm ideas and get feedback</a:t>
            </a:r>
          </a:p>
          <a:p>
            <a:r>
              <a:rPr lang="en-US" dirty="0"/>
              <a:t>Module 3: Select your project</a:t>
            </a:r>
          </a:p>
          <a:p>
            <a:r>
              <a:rPr lang="en-US" dirty="0"/>
              <a:t>Module 4: Select your team and start your project</a:t>
            </a:r>
          </a:p>
          <a:p>
            <a:pPr lvl="1"/>
            <a:r>
              <a:rPr lang="en-US" dirty="0"/>
              <a:t>Start thinking about your team by connecting with people on the discussion board and through email.</a:t>
            </a:r>
          </a:p>
        </p:txBody>
      </p:sp>
    </p:spTree>
    <p:extLst>
      <p:ext uri="{BB962C8B-B14F-4D97-AF65-F5344CB8AC3E}">
        <p14:creationId xmlns:p14="http://schemas.microsoft.com/office/powerpoint/2010/main" val="326671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E599-AA45-471D-845E-001AC70B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8EB5-32F6-4BB3-91F8-796AA587D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If it is covered in the class it should be in your project</a:t>
            </a:r>
          </a:p>
          <a:p>
            <a:r>
              <a:rPr lang="en-US" dirty="0"/>
              <a:t>Required Items:</a:t>
            </a:r>
          </a:p>
          <a:p>
            <a:pPr lvl="1"/>
            <a:r>
              <a:rPr lang="en-US" dirty="0"/>
              <a:t>Multipage web application including navigation menu</a:t>
            </a:r>
          </a:p>
          <a:p>
            <a:pPr lvl="1"/>
            <a:r>
              <a:rPr lang="en-US" dirty="0"/>
              <a:t>Connecting to a backend database (Create, Read, Update, and Delete)</a:t>
            </a:r>
          </a:p>
          <a:p>
            <a:pPr lvl="1"/>
            <a:r>
              <a:rPr lang="en-US" dirty="0"/>
              <a:t>Create proper controllers without including all your business logic</a:t>
            </a:r>
          </a:p>
          <a:p>
            <a:pPr lvl="1"/>
            <a:r>
              <a:rPr lang="en-US" dirty="0"/>
              <a:t>Properly formed Razor views with tag helpers and partial views</a:t>
            </a:r>
          </a:p>
          <a:p>
            <a:pPr lvl="1"/>
            <a:r>
              <a:rPr lang="en-US" dirty="0"/>
              <a:t>Properly used session state</a:t>
            </a:r>
          </a:p>
          <a:p>
            <a:pPr lvl="1"/>
            <a:r>
              <a:rPr lang="en-US" dirty="0"/>
              <a:t>Always validate user input</a:t>
            </a:r>
          </a:p>
          <a:p>
            <a:pPr lvl="1"/>
            <a:r>
              <a:rPr lang="en-US" dirty="0"/>
              <a:t>Use dependency injection in order to make your code modular and testable</a:t>
            </a:r>
          </a:p>
          <a:p>
            <a:pPr lvl="1"/>
            <a:r>
              <a:rPr lang="en-US" dirty="0"/>
              <a:t>Unit test all your business logic in your service classes</a:t>
            </a:r>
          </a:p>
          <a:p>
            <a:pPr lvl="1"/>
            <a:r>
              <a:rPr lang="en-US" dirty="0"/>
              <a:t>User authentication (sign in)</a:t>
            </a:r>
          </a:p>
          <a:p>
            <a:pPr lvl="1"/>
            <a:r>
              <a:rPr lang="en-US" dirty="0"/>
              <a:t>User authorization (allowing certain access to certain people or roles)</a:t>
            </a:r>
          </a:p>
          <a:p>
            <a:pPr lvl="1"/>
            <a:r>
              <a:rPr lang="en-US" dirty="0"/>
              <a:t>Web API for access for third party applications (postman, games, and/or mobile)</a:t>
            </a:r>
          </a:p>
        </p:txBody>
      </p:sp>
    </p:spTree>
    <p:extLst>
      <p:ext uri="{BB962C8B-B14F-4D97-AF65-F5344CB8AC3E}">
        <p14:creationId xmlns:p14="http://schemas.microsoft.com/office/powerpoint/2010/main" val="269618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1037</Words>
  <Application>Microsoft Office PowerPoint</Application>
  <PresentationFormat>Widescreen</PresentationFormat>
  <Paragraphs>138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CIS 174: Advanced C# Programming</vt:lpstr>
      <vt:lpstr>Introduction</vt:lpstr>
      <vt:lpstr>Assignments (Module 0)</vt:lpstr>
      <vt:lpstr>Topics (Module 0)</vt:lpstr>
      <vt:lpstr>Assignments (Module 1)</vt:lpstr>
      <vt:lpstr>Topics (Module 1)</vt:lpstr>
      <vt:lpstr>Canvas Overview</vt:lpstr>
      <vt:lpstr>Class Introduction (Mod 0: Topic 2)</vt:lpstr>
      <vt:lpstr>Software (Mod 0 Topic 4)</vt:lpstr>
      <vt:lpstr>First ASP.NET Core Application (Topic 5)</vt:lpstr>
      <vt:lpstr>ASP.NET Core (Mod 0: Topic 6)</vt:lpstr>
      <vt:lpstr>Model View Controller (Mod 1: Topic 1)</vt:lpstr>
      <vt:lpstr>MVC cont.</vt:lpstr>
      <vt:lpstr>MVC Demo (Mod 1: Topic 1)</vt:lpstr>
      <vt:lpstr>Responsive Web App (Mod 1: Topic 2)</vt:lpstr>
      <vt:lpstr>Final Project Ideas (Mod 1: Topic 3)</vt:lpstr>
      <vt:lpstr>Final Project Cont.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26</cp:revision>
  <dcterms:created xsi:type="dcterms:W3CDTF">2022-01-06T22:31:07Z</dcterms:created>
  <dcterms:modified xsi:type="dcterms:W3CDTF">2026-08-27T05:49:29Z</dcterms:modified>
</cp:coreProperties>
</file>