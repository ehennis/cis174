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5: 2026-09-24 to 09-30</a:t>
            </a:r>
          </a:p>
          <a:p>
            <a:r>
              <a:rPr lang="en-US" dirty="0"/>
              <a:t>Chapter 6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6 Quiz (Topic 3)</a:t>
            </a:r>
          </a:p>
          <a:p>
            <a:r>
              <a:rPr lang="en-US" dirty="0"/>
              <a:t>Website Add Site Menu, Admin, and Routing (Topic 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Routing</a:t>
            </a:r>
          </a:p>
          <a:p>
            <a:r>
              <a:rPr lang="en-US" dirty="0"/>
              <a:t>Creating URLs</a:t>
            </a:r>
          </a:p>
          <a:p>
            <a:r>
              <a:rPr lang="en-US" dirty="0"/>
              <a:t>Areas</a:t>
            </a:r>
          </a:p>
          <a:p>
            <a:r>
              <a:rPr lang="en-US" dirty="0"/>
              <a:t>Navigation Menu</a:t>
            </a:r>
          </a:p>
          <a:p>
            <a:r>
              <a:rPr lang="en-US" dirty="0"/>
              <a:t>Adding to your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3385</TotalTime>
  <Words>56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5)</vt:lpstr>
      <vt:lpstr>Topics (Module 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49</cp:revision>
  <dcterms:created xsi:type="dcterms:W3CDTF">2022-01-06T22:31:07Z</dcterms:created>
  <dcterms:modified xsi:type="dcterms:W3CDTF">2026-09-21T22:34:16Z</dcterms:modified>
</cp:coreProperties>
</file>