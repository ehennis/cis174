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72" r:id="rId5"/>
    <p:sldId id="291" r:id="rId6"/>
    <p:sldId id="293" r:id="rId7"/>
    <p:sldId id="294" r:id="rId8"/>
    <p:sldId id="29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6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3E42-4EF5-4D37-95E7-7E4309A205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AF0352-053B-4253-BF80-D4FE2478C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416A6-7DCE-4678-8780-C87805743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DC0FD-8453-4C3A-ADD2-6FCA74CE6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85D638-3888-4039-9B55-874A870EB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607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80703-F8DC-4B77-A803-575322F2D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B1BBC-87C2-45E3-9159-FA4084BAC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2C84E-F0A4-4562-B3A5-92541BA40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9EDE5-AA0A-46D2-BC0E-BCCE338C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C09F-EC99-444E-8541-03E9E164F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01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48825-B69E-4B02-81E7-0D8ECF95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0B41D-1A72-48F8-B2F2-102EBF3DE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5DD65-1386-417C-822B-C58708C76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9C6CCC-0DBE-4B85-AA95-27B23C99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E774F0-DF0F-46E0-9492-C7CDE9B0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29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ABFA-4DE4-4959-B255-7A10E8704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423D7-01A8-4FFC-8DC5-E296027B6F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74455-ED4D-42F2-ADC5-D92FBF958F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D0067-A33A-4E33-9A1B-873EFCF32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4831-6571-4455-A53A-9225EF00D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E4873-E4F5-4691-91FE-1FAC44357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329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3CBEB-1A3B-4C88-A717-A12179B0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A25FAA-5F9D-496D-9D87-AF92A1B50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4F8E69-13CE-442B-8759-346302D6FC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E14D7-F795-424A-9F63-CEB7B3F50D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F4F0D-7E89-430A-BA51-7452B4ACA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4C5087-C1F7-4FC5-8393-C3966A70E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394D3-2D49-498D-BE07-409A3AA9B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5372BC-F7A8-4FDB-81ED-57A54F4B8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347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BE06C-4082-408E-A9CB-E2FFC9314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771482-3D35-4343-A6B8-9EA8B367E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BA6BC9-1D26-4092-A371-2BF7D0307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B7E474-2946-41F1-BF6E-008824DFB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282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B67A7D-E709-494E-88BA-2EF2969C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7F2460-1B36-4305-8C27-D512CD0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C3687-B6C2-46DB-A3D1-7ECE48AC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0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A2A73-941F-45EF-B5B4-75361D02C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580B9-D2C8-43A7-A1B0-1D6A30E59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B1A9B1-7A5D-4E6E-8756-2F18D813DA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E2E7B-25AE-4F36-A75C-D80D8396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FC000-A10E-4832-A5DB-756158C0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961A89-C300-4A54-8BFC-76CA5EA41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97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475AA-44E7-45E8-99B4-625C8E45C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96D0B7-0D53-4847-A3A0-DFE1437507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868FB-9AAE-460F-9481-5359E8E68A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6E4B48-52B8-44F1-89E9-0DE2C461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4D06E-9FD4-467E-9DDA-358532F9E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35F63-CBC4-4033-A854-9DB17BE08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7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6D68A-EF43-4108-836E-806FC1C7E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27F48-8295-4319-AD08-FE6394394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BC3EC-2999-4A0F-B4C9-412754D6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4AEFE-DB93-4656-9770-57221FF4A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27005-B9E3-4974-A0C1-AE3D48ED9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80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76AD26-394C-4302-8905-520EAF8E5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1E4D-DC22-4C3D-9702-F023BCA65F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87865-FB23-4B7A-9693-6689A4145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BCADA-FB37-446B-A7D4-82D1D24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5565A-5664-48CF-9916-C8E504E4B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17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5799BB-A9ED-4DB1-9A4C-77FDDB2C6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986DC-A5F0-4FA3-9D02-6919DF7C2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B483C-41D2-44C7-A64C-5007E97AE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919C7-6BC3-4736-AC32-A62C7B81C82C}" type="datetimeFigureOut">
              <a:rPr lang="en-US" smtClean="0"/>
              <a:t>1/27/2026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A7A1D-85A9-4A85-9F54-45E2A223C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53C754-19DF-46C1-A0CC-714F1D906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4E1D7E-916F-484B-A2E2-7D912AF495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1703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175CA-E47D-449E-BBEF-2D6A95B2F9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CIS 174: Advanced C#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146A0-36B2-4A84-AA05-654107433E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Week 3: 2026-01-28 to 0</a:t>
            </a:r>
            <a:r>
              <a:rPr lang="en-US" dirty="0"/>
              <a:t>2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-03</a:t>
            </a:r>
          </a:p>
          <a:p>
            <a:r>
              <a:rPr lang="en-US" dirty="0"/>
              <a:t>Chapters 5 &amp; 14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18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572F-ED20-41CA-BD5D-2D4EA6B6C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Assignments (Module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F3100-37B3-4FCD-B920-41EA836EAF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Debugging Journal (Topic 2)</a:t>
            </a:r>
          </a:p>
          <a:p>
            <a:r>
              <a:rPr lang="en-US" dirty="0"/>
              <a:t>Web App Debugging Lab (Topic 2)</a:t>
            </a:r>
          </a:p>
          <a:p>
            <a:r>
              <a:rPr lang="en-US" dirty="0"/>
              <a:t>Murach Chapter 5 Quiz (Topic 2)</a:t>
            </a:r>
          </a:p>
          <a:p>
            <a:r>
              <a:rPr lang="en-US" dirty="0"/>
              <a:t>WebApp with Unit Tests (Topic 3)</a:t>
            </a:r>
          </a:p>
          <a:p>
            <a:r>
              <a:rPr lang="en-US" dirty="0"/>
              <a:t>Propose One Final Project Idea (Topic 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554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EE5E-400C-4423-9F57-6FA11E70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 (Module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125CA4-AF98-40E1-BC80-A98814E5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Errors</a:t>
            </a:r>
          </a:p>
          <a:p>
            <a:r>
              <a:rPr lang="en-US"/>
              <a:t>Debugging</a:t>
            </a:r>
            <a:endParaRPr lang="en-US" dirty="0"/>
          </a:p>
          <a:p>
            <a:r>
              <a:rPr lang="en-US" dirty="0"/>
              <a:t>Unit Testing</a:t>
            </a:r>
          </a:p>
          <a:p>
            <a:r>
              <a:rPr lang="en-US" dirty="0"/>
              <a:t>Final Project</a:t>
            </a:r>
          </a:p>
        </p:txBody>
      </p:sp>
    </p:spTree>
    <p:extLst>
      <p:ext uri="{BB962C8B-B14F-4D97-AF65-F5344CB8AC3E}">
        <p14:creationId xmlns:p14="http://schemas.microsoft.com/office/powerpoint/2010/main" val="139782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Errors (Mod 3 Topic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Chapter 5</a:t>
            </a:r>
          </a:p>
          <a:p>
            <a:r>
              <a:rPr lang="en-US" dirty="0" err="1"/>
              <a:t>System.Exception</a:t>
            </a:r>
            <a:r>
              <a:rPr lang="en-US" dirty="0"/>
              <a:t> base class</a:t>
            </a:r>
          </a:p>
          <a:p>
            <a:r>
              <a:rPr lang="en-US" dirty="0"/>
              <a:t>Common Exceptions</a:t>
            </a:r>
          </a:p>
          <a:p>
            <a:pPr lvl="1"/>
            <a:r>
              <a:rPr lang="en-US" dirty="0"/>
              <a:t>Syntax/Compile errors: Happen when you build</a:t>
            </a:r>
          </a:p>
          <a:p>
            <a:pPr lvl="1"/>
            <a:r>
              <a:rPr lang="en-US" dirty="0"/>
              <a:t>Runtime errors: Happen while running the application</a:t>
            </a:r>
          </a:p>
          <a:p>
            <a:pPr lvl="1"/>
            <a:r>
              <a:rPr lang="en-US" dirty="0"/>
              <a:t>Logic/Business Process errors: Happen when incorrect results were returns</a:t>
            </a:r>
          </a:p>
          <a:p>
            <a:r>
              <a:rPr lang="en-US" dirty="0"/>
              <a:t>Internal Server Error page</a:t>
            </a:r>
          </a:p>
          <a:p>
            <a:pPr lvl="1"/>
            <a:r>
              <a:rPr lang="en-US" dirty="0"/>
              <a:t>Set parameters in </a:t>
            </a:r>
            <a:r>
              <a:rPr lang="en-US"/>
              <a:t>Program.</a:t>
            </a:r>
            <a:r>
              <a:rPr lang="en-US" dirty="0" err="1"/>
              <a:t>cs</a:t>
            </a:r>
            <a:endParaRPr lang="en-US" dirty="0"/>
          </a:p>
          <a:p>
            <a:pPr lvl="1"/>
            <a:r>
              <a:rPr lang="en-US" dirty="0"/>
              <a:t>Development: Display error</a:t>
            </a:r>
          </a:p>
          <a:p>
            <a:pPr lvl="1"/>
            <a:r>
              <a:rPr lang="en-US" dirty="0"/>
              <a:t>Production: Custom error message with logging behind the scenes</a:t>
            </a:r>
          </a:p>
          <a:p>
            <a:r>
              <a:rPr lang="en-US" dirty="0"/>
              <a:t>Exception Helper</a:t>
            </a:r>
          </a:p>
          <a:p>
            <a:pPr lvl="1"/>
            <a:r>
              <a:rPr lang="en-US" dirty="0"/>
              <a:t>Displays the error message</a:t>
            </a:r>
          </a:p>
          <a:p>
            <a:pPr lvl="1"/>
            <a:r>
              <a:rPr lang="en-US" dirty="0"/>
              <a:t>View Details, Copy Details, Start Live Share Session</a:t>
            </a:r>
          </a:p>
          <a:p>
            <a:pPr lvl="1"/>
            <a:r>
              <a:rPr lang="en-US" dirty="0"/>
              <a:t>Check for Inner Exceptions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859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 (Mod 3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 Studio includes an integrated debugger</a:t>
            </a:r>
          </a:p>
          <a:p>
            <a:pPr lvl="1"/>
            <a:r>
              <a:rPr lang="en-US" dirty="0"/>
              <a:t>We are lucky we don’t have to </a:t>
            </a:r>
            <a:r>
              <a:rPr lang="en-US" dirty="0" err="1"/>
              <a:t>PrintLine</a:t>
            </a:r>
            <a:r>
              <a:rPr lang="en-US" dirty="0"/>
              <a:t> to debug our code</a:t>
            </a:r>
          </a:p>
          <a:p>
            <a:pPr lvl="1"/>
            <a:r>
              <a:rPr lang="en-US" dirty="0"/>
              <a:t>Run without debugging: CTRL + F5</a:t>
            </a:r>
          </a:p>
          <a:p>
            <a:pPr lvl="1"/>
            <a:r>
              <a:rPr lang="en-US" dirty="0"/>
              <a:t>Run with debugging: F5</a:t>
            </a:r>
          </a:p>
          <a:p>
            <a:pPr lvl="1"/>
            <a:r>
              <a:rPr lang="en-US" dirty="0"/>
              <a:t>Stop debugging: SHIFT + F5</a:t>
            </a:r>
          </a:p>
          <a:p>
            <a:r>
              <a:rPr lang="en-US" dirty="0"/>
              <a:t>Browser developer tools</a:t>
            </a:r>
          </a:p>
          <a:p>
            <a:pPr lvl="1"/>
            <a:r>
              <a:rPr lang="en-US" dirty="0"/>
              <a:t>Chrome, IE, and Firefox all have these tools</a:t>
            </a:r>
          </a:p>
          <a:p>
            <a:pPr lvl="1"/>
            <a:r>
              <a:rPr lang="en-US" dirty="0"/>
              <a:t>Can inspect an element</a:t>
            </a:r>
          </a:p>
          <a:p>
            <a:pPr lvl="1"/>
            <a:r>
              <a:rPr lang="en-US" dirty="0"/>
              <a:t>NOTE: This is AFTER everything has rendered</a:t>
            </a:r>
          </a:p>
        </p:txBody>
      </p:sp>
    </p:spTree>
    <p:extLst>
      <p:ext uri="{BB962C8B-B14F-4D97-AF65-F5344CB8AC3E}">
        <p14:creationId xmlns:p14="http://schemas.microsoft.com/office/powerpoint/2010/main" val="2032378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5486-A245-4AAE-A2A0-A85ED0F57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Debugging: Visual Studio (Mod 3 Topic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6DDF1E-7949-4AF8-9F3E-CEEE7BA0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Debugging Commands</a:t>
            </a:r>
          </a:p>
          <a:p>
            <a:pPr lvl="1"/>
            <a:r>
              <a:rPr lang="en-US" dirty="0"/>
              <a:t>Start/Continue: F5</a:t>
            </a:r>
          </a:p>
          <a:p>
            <a:pPr lvl="1"/>
            <a:r>
              <a:rPr lang="en-US" dirty="0"/>
              <a:t>Break All: CTRL + ALT + Break</a:t>
            </a:r>
          </a:p>
          <a:p>
            <a:pPr lvl="1"/>
            <a:r>
              <a:rPr lang="en-US" dirty="0"/>
              <a:t>Stop Debugging: SHIFT + F5</a:t>
            </a:r>
          </a:p>
          <a:p>
            <a:pPr lvl="1"/>
            <a:r>
              <a:rPr lang="en-US" dirty="0"/>
              <a:t>Restart: CTRL + ALT + F5</a:t>
            </a:r>
          </a:p>
          <a:p>
            <a:pPr lvl="1"/>
            <a:r>
              <a:rPr lang="en-US" dirty="0"/>
              <a:t>Step Into (Go into method/function): F11</a:t>
            </a:r>
          </a:p>
          <a:p>
            <a:pPr lvl="1"/>
            <a:r>
              <a:rPr lang="en-US" dirty="0"/>
              <a:t>Step Over (Skip over method/function): F10</a:t>
            </a:r>
          </a:p>
          <a:p>
            <a:r>
              <a:rPr lang="en-US" dirty="0"/>
              <a:t>Set/Remove Breakpoints</a:t>
            </a:r>
          </a:p>
          <a:p>
            <a:pPr lvl="1"/>
            <a:r>
              <a:rPr lang="en-US" dirty="0"/>
              <a:t>F9 or click in the margin</a:t>
            </a:r>
          </a:p>
          <a:p>
            <a:r>
              <a:rPr lang="en-US" dirty="0"/>
              <a:t>Enable/Disable Breakpoints</a:t>
            </a:r>
          </a:p>
          <a:p>
            <a:r>
              <a:rPr lang="en-US" dirty="0"/>
              <a:t>Custom Breakpoints	</a:t>
            </a:r>
          </a:p>
          <a:p>
            <a:pPr lvl="1"/>
            <a:r>
              <a:rPr lang="en-US" dirty="0"/>
              <a:t>Only active when expression is true</a:t>
            </a:r>
          </a:p>
          <a:p>
            <a:r>
              <a:rPr lang="en-US" dirty="0"/>
              <a:t>Set </a:t>
            </a:r>
            <a:r>
              <a:rPr lang="en-US" dirty="0" err="1"/>
              <a:t>Tracepoint</a:t>
            </a:r>
            <a:endParaRPr lang="en-US" dirty="0"/>
          </a:p>
          <a:p>
            <a:pPr lvl="1"/>
            <a:r>
              <a:rPr lang="en-US" dirty="0"/>
              <a:t>Right click -&gt; Insert </a:t>
            </a:r>
            <a:r>
              <a:rPr lang="en-US" dirty="0" err="1"/>
              <a:t>Tracepoint</a:t>
            </a:r>
            <a:endParaRPr lang="en-US" dirty="0"/>
          </a:p>
          <a:p>
            <a:r>
              <a:rPr lang="en-US" dirty="0"/>
              <a:t>Inspect variables in the ‘Locals’ tab</a:t>
            </a:r>
          </a:p>
          <a:p>
            <a:r>
              <a:rPr lang="en-US" dirty="0"/>
              <a:t>Display the call stack in the ‘Call Stack’ tab</a:t>
            </a:r>
          </a:p>
        </p:txBody>
      </p:sp>
    </p:spTree>
    <p:extLst>
      <p:ext uri="{BB962C8B-B14F-4D97-AF65-F5344CB8AC3E}">
        <p14:creationId xmlns:p14="http://schemas.microsoft.com/office/powerpoint/2010/main" val="2330989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ED20D-B9DF-4F24-8D9E-44A308383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Unit Testing (Mod 3 Topic 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24EE7-4DD9-4803-8A98-90638CF07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Programmatically testing pieces of code</a:t>
            </a:r>
          </a:p>
          <a:p>
            <a:pPr lvl="1"/>
            <a:r>
              <a:rPr lang="en-US" dirty="0"/>
              <a:t>Unit testing is testing the smallest chunk of code possible</a:t>
            </a:r>
          </a:p>
          <a:p>
            <a:pPr lvl="1"/>
            <a:r>
              <a:rPr lang="en-US" dirty="0"/>
              <a:t>Real life “unit testing” is just testing</a:t>
            </a:r>
          </a:p>
          <a:p>
            <a:r>
              <a:rPr lang="en-US" dirty="0"/>
              <a:t>Three main parts to a test: Arrange, Act, Assert</a:t>
            </a:r>
          </a:p>
          <a:p>
            <a:r>
              <a:rPr lang="en-US" dirty="0" err="1"/>
              <a:t>MSTest</a:t>
            </a:r>
            <a:r>
              <a:rPr lang="en-US" dirty="0"/>
              <a:t>: Microsoft testing integrated into Visual Studio</a:t>
            </a:r>
          </a:p>
          <a:p>
            <a:pPr lvl="1"/>
            <a:r>
              <a:rPr lang="en-US" dirty="0"/>
              <a:t>There are other frameworks (</a:t>
            </a:r>
            <a:r>
              <a:rPr lang="en-US" dirty="0" err="1"/>
              <a:t>NUnit</a:t>
            </a:r>
            <a:r>
              <a:rPr lang="en-US" dirty="0"/>
              <a:t>, </a:t>
            </a:r>
            <a:r>
              <a:rPr lang="en-US" dirty="0" err="1"/>
              <a:t>xUnit</a:t>
            </a:r>
            <a:r>
              <a:rPr lang="en-US" dirty="0"/>
              <a:t>, etc.) but they are not really used since </a:t>
            </a:r>
            <a:r>
              <a:rPr lang="en-US" dirty="0" err="1"/>
              <a:t>MSTest</a:t>
            </a:r>
            <a:r>
              <a:rPr lang="en-US" dirty="0"/>
              <a:t> has gotten so good</a:t>
            </a:r>
          </a:p>
          <a:p>
            <a:r>
              <a:rPr lang="en-US" dirty="0"/>
              <a:t>Test Driven Development: TDD is a process of writing your tests first and then writing code to pass the tests.</a:t>
            </a:r>
          </a:p>
          <a:p>
            <a:pPr lvl="1"/>
            <a:r>
              <a:rPr lang="en-US" dirty="0"/>
              <a:t>Red/Green/Refactor: Make the test fail (red). Code to pass the tests (green). Refactor your code to make it cleaner.</a:t>
            </a:r>
          </a:p>
        </p:txBody>
      </p:sp>
    </p:spTree>
    <p:extLst>
      <p:ext uri="{BB962C8B-B14F-4D97-AF65-F5344CB8AC3E}">
        <p14:creationId xmlns:p14="http://schemas.microsoft.com/office/powerpoint/2010/main" val="1937437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7599F-4DAA-476E-BF5F-65C07275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Project (Mod 3 Topic 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0AEA6-84AC-42BB-BCF0-AA112F5A29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 project will include all of the topics covered in this class</a:t>
            </a:r>
          </a:p>
          <a:p>
            <a:r>
              <a:rPr lang="en-US" dirty="0"/>
              <a:t>Select 1 of your 3 projects</a:t>
            </a:r>
          </a:p>
          <a:p>
            <a:r>
              <a:rPr lang="en-US" dirty="0"/>
              <a:t>Suggest a NAME for your project</a:t>
            </a:r>
          </a:p>
          <a:p>
            <a:r>
              <a:rPr lang="en-US" dirty="0"/>
              <a:t>Create a list of the resources (Ex: Visual Studio, web servers, etc.)</a:t>
            </a:r>
          </a:p>
          <a:p>
            <a:r>
              <a:rPr lang="en-US" dirty="0"/>
              <a:t>Write 2 to 3 well formed paragraphs discussing your project.</a:t>
            </a:r>
          </a:p>
          <a:p>
            <a:pPr lvl="1"/>
            <a:r>
              <a:rPr lang="en-US" dirty="0"/>
              <a:t>How will users interact with your project</a:t>
            </a:r>
          </a:p>
          <a:p>
            <a:pPr lvl="1"/>
            <a:r>
              <a:rPr lang="en-US" dirty="0"/>
              <a:t>Outline goals the user will accomplish</a:t>
            </a:r>
          </a:p>
          <a:p>
            <a:pPr lvl="1"/>
            <a:r>
              <a:rPr lang="en-US" dirty="0" err="1"/>
              <a:t>Etc</a:t>
            </a: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9933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3047</TotalTime>
  <Words>537</Words>
  <Application>Microsoft Office PowerPoint</Application>
  <PresentationFormat>Widescreen</PresentationFormat>
  <Paragraphs>74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CIS 174: Advanced C# Programming</vt:lpstr>
      <vt:lpstr>Assignments (Module 3)</vt:lpstr>
      <vt:lpstr>Topics (Module 3)</vt:lpstr>
      <vt:lpstr>Errors (Mod 3 Topic 1)</vt:lpstr>
      <vt:lpstr>Debugging (Mod 3 Topic 2)</vt:lpstr>
      <vt:lpstr>Debugging: Visual Studio (Mod 3 Topic 2)</vt:lpstr>
      <vt:lpstr>Unit Testing (Mod 3 Topic 3)</vt:lpstr>
      <vt:lpstr>Final Project (Mod 3 Topic 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CIS 174: Advanced C# Programming</dc:title>
  <dc:creator>Evan Hennis</dc:creator>
  <cp:lastModifiedBy>Evan Hennis</cp:lastModifiedBy>
  <cp:revision>37</cp:revision>
  <dcterms:created xsi:type="dcterms:W3CDTF">2022-01-06T22:31:07Z</dcterms:created>
  <dcterms:modified xsi:type="dcterms:W3CDTF">2026-01-28T01:30:21Z</dcterms:modified>
</cp:coreProperties>
</file>