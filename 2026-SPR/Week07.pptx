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7: 2026-02-25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to 03-03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/>
              <a:t>Chapter 8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8 Quiz (Topic 3)</a:t>
            </a:r>
          </a:p>
          <a:p>
            <a:r>
              <a:rPr lang="en-US" dirty="0"/>
              <a:t>Adding Data Transfer to a new or old web site (Topic 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851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Transfer using </a:t>
            </a:r>
            <a:r>
              <a:rPr lang="en-US" dirty="0" err="1"/>
              <a:t>ViewBags</a:t>
            </a:r>
            <a:r>
              <a:rPr lang="en-US" dirty="0"/>
              <a:t> and </a:t>
            </a:r>
            <a:r>
              <a:rPr lang="en-US" dirty="0" err="1"/>
              <a:t>ViewData</a:t>
            </a:r>
            <a:endParaRPr lang="en-US" dirty="0"/>
          </a:p>
          <a:p>
            <a:r>
              <a:rPr lang="en-US" dirty="0"/>
              <a:t>Data Transfer using </a:t>
            </a:r>
            <a:r>
              <a:rPr lang="en-US" dirty="0" err="1"/>
              <a:t>ViewModels</a:t>
            </a:r>
            <a:endParaRPr lang="en-US" dirty="0"/>
          </a:p>
          <a:p>
            <a:r>
              <a:rPr lang="en-US" dirty="0"/>
              <a:t>Adding Data Transfer to a Web Site</a:t>
            </a:r>
          </a:p>
        </p:txBody>
      </p:sp>
    </p:spTree>
    <p:extLst>
      <p:ext uri="{BB962C8B-B14F-4D97-AF65-F5344CB8AC3E}">
        <p14:creationId xmlns:p14="http://schemas.microsoft.com/office/powerpoint/2010/main" val="1669870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3465</TotalTime>
  <Words>64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7)</vt:lpstr>
      <vt:lpstr>Topics (Module 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49</cp:revision>
  <dcterms:created xsi:type="dcterms:W3CDTF">2022-01-06T22:31:07Z</dcterms:created>
  <dcterms:modified xsi:type="dcterms:W3CDTF">2026-02-25T01:49:21Z</dcterms:modified>
</cp:coreProperties>
</file>