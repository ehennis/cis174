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15: 2026-04-29 to 05-05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(Final 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Project (Due: 05-06-2026 11:59PM)</a:t>
            </a:r>
          </a:p>
          <a:p>
            <a:pPr lvl="1"/>
            <a:r>
              <a:rPr lang="en-US" dirty="0"/>
              <a:t>Project: 150 pts</a:t>
            </a:r>
          </a:p>
          <a:p>
            <a:pPr lvl="1"/>
            <a:r>
              <a:rPr lang="en-US" dirty="0"/>
              <a:t>Peer Review: 50 pts</a:t>
            </a:r>
          </a:p>
          <a:p>
            <a:pPr lvl="1"/>
            <a:r>
              <a:rPr lang="en-US" dirty="0"/>
              <a:t>Project Presentation (today): 50 pts</a:t>
            </a:r>
          </a:p>
          <a:p>
            <a:r>
              <a:rPr lang="en-US" dirty="0"/>
              <a:t>Final Project Peer Review</a:t>
            </a:r>
          </a:p>
          <a:p>
            <a:r>
              <a:rPr lang="en-US" dirty="0"/>
              <a:t>Final Survey (10pts extra credit)</a:t>
            </a:r>
          </a:p>
          <a:p>
            <a:r>
              <a:rPr lang="en-US" dirty="0"/>
              <a:t>ALL late homework needs to be in by May 5th</a:t>
            </a:r>
          </a:p>
          <a:p>
            <a:r>
              <a:rPr lang="en-US" dirty="0"/>
              <a:t>TURN OFF AZURE May 12th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Project</a:t>
            </a:r>
          </a:p>
          <a:p>
            <a:r>
              <a:rPr lang="en-US" dirty="0"/>
              <a:t>Module 16 Course Evaluation Survey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3606</TotalTime>
  <Words>76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(Final Project)</vt:lpstr>
      <vt:lpstr>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75</cp:revision>
  <dcterms:created xsi:type="dcterms:W3CDTF">2022-01-06T22:31:07Z</dcterms:created>
  <dcterms:modified xsi:type="dcterms:W3CDTF">2026-04-28T23:06:21Z</dcterms:modified>
</cp:coreProperties>
</file>