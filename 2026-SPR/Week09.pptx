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9: 202</a:t>
            </a:r>
            <a:r>
              <a:rPr lang="en-US" dirty="0"/>
              <a:t>6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-03-11 to 03-24 (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spring break)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Chapters 10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10 Quiz (Topic 2)</a:t>
            </a:r>
          </a:p>
          <a:p>
            <a:r>
              <a:rPr lang="en-US" dirty="0"/>
              <a:t>Adding Model Binding to </a:t>
            </a:r>
            <a:r>
              <a:rPr lang="en-US" dirty="0">
                <a:solidFill>
                  <a:srgbClr val="FF0000"/>
                </a:solidFill>
              </a:rPr>
              <a:t>ANY</a:t>
            </a:r>
            <a:r>
              <a:rPr lang="en-US" dirty="0"/>
              <a:t> web site (Topic 2)</a:t>
            </a:r>
          </a:p>
          <a:p>
            <a:r>
              <a:rPr lang="en-US" dirty="0"/>
              <a:t>Final Project Submission (Topic 3)</a:t>
            </a:r>
          </a:p>
          <a:p>
            <a:pPr lvl="1"/>
            <a:r>
              <a:rPr lang="en-US" dirty="0"/>
              <a:t>List of the group members</a:t>
            </a:r>
          </a:p>
          <a:p>
            <a:pPr lvl="1"/>
            <a:r>
              <a:rPr lang="en-US" dirty="0"/>
              <a:t>Title</a:t>
            </a:r>
          </a:p>
          <a:p>
            <a:pPr lvl="1"/>
            <a:r>
              <a:rPr lang="en-US" dirty="0"/>
              <a:t>A brief description</a:t>
            </a:r>
          </a:p>
          <a:p>
            <a:pPr lvl="1"/>
            <a:r>
              <a:rPr lang="en-US" dirty="0"/>
              <a:t>Collaboration plans (meetings, planning,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Who is hosting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8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</a:t>
            </a:r>
            <a:r>
              <a:rPr lang="en-US"/>
              <a:t>(Module 9)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Binding</a:t>
            </a:r>
          </a:p>
          <a:p>
            <a:r>
              <a:rPr lang="en-US" dirty="0"/>
              <a:t>Adding </a:t>
            </a:r>
            <a:r>
              <a:rPr lang="en-US"/>
              <a:t>Model Binding </a:t>
            </a:r>
            <a:r>
              <a:rPr lang="en-US" dirty="0"/>
              <a:t>to a Web Site</a:t>
            </a:r>
          </a:p>
        </p:txBody>
      </p:sp>
    </p:spTree>
    <p:extLst>
      <p:ext uri="{BB962C8B-B14F-4D97-AF65-F5344CB8AC3E}">
        <p14:creationId xmlns:p14="http://schemas.microsoft.com/office/powerpoint/2010/main" val="229837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85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9)</vt:lpstr>
      <vt:lpstr>Topics (Module 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53</cp:revision>
  <dcterms:created xsi:type="dcterms:W3CDTF">2022-01-06T22:31:07Z</dcterms:created>
  <dcterms:modified xsi:type="dcterms:W3CDTF">2026-03-11T00:07:03Z</dcterms:modified>
</cp:coreProperties>
</file>