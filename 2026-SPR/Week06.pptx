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6: 2026-02-18 </a:t>
            </a:r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to 02-24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/>
              <a:t>Chapter 7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Murach Chapter 7 Quiz (Topic 4)</a:t>
            </a:r>
          </a:p>
          <a:p>
            <a:r>
              <a:rPr lang="en-US" dirty="0"/>
              <a:t>Website Addition: Creating Razor Templates (Topic 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Razor Views</a:t>
            </a:r>
          </a:p>
          <a:p>
            <a:r>
              <a:rPr lang="en-US" dirty="0"/>
              <a:t>Models</a:t>
            </a:r>
          </a:p>
          <a:p>
            <a:r>
              <a:rPr lang="en-US" dirty="0"/>
              <a:t>Razor Layouts</a:t>
            </a:r>
          </a:p>
          <a:p>
            <a:r>
              <a:rPr lang="en-US" dirty="0"/>
              <a:t>Web Site using Bootstrap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3389</TotalTime>
  <Words>52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CIS 174: Advanced C# Programming</vt:lpstr>
      <vt:lpstr>Assignments (Module 6)</vt:lpstr>
      <vt:lpstr>Topics (Module 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49</cp:revision>
  <dcterms:created xsi:type="dcterms:W3CDTF">2022-01-06T22:31:07Z</dcterms:created>
  <dcterms:modified xsi:type="dcterms:W3CDTF">2026-02-18T01:27:07Z</dcterms:modified>
</cp:coreProperties>
</file>