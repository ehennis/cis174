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14: 2026-04-22 to </a:t>
            </a:r>
            <a:r>
              <a:rPr lang="en-US" dirty="0"/>
              <a:t>04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-28</a:t>
            </a:r>
          </a:p>
          <a:p>
            <a:r>
              <a:rPr lang="en-US" dirty="0"/>
              <a:t>Chapter 16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14)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Murach Chapter 16 Quiz (Topic 2)</a:t>
            </a:r>
          </a:p>
          <a:p>
            <a:r>
              <a:rPr lang="en-US" dirty="0"/>
              <a:t>Adding Authentication and Authorization to any web site (Topic 2)</a:t>
            </a:r>
          </a:p>
          <a:p>
            <a:pPr lvl="1"/>
            <a:r>
              <a:rPr lang="en-US" dirty="0"/>
              <a:t>Extra credit</a:t>
            </a:r>
          </a:p>
        </p:txBody>
      </p:sp>
    </p:spTree>
    <p:extLst>
      <p:ext uri="{BB962C8B-B14F-4D97-AF65-F5344CB8AC3E}">
        <p14:creationId xmlns:p14="http://schemas.microsoft.com/office/powerpoint/2010/main" val="974405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14)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Authentication and Authorization</a:t>
            </a:r>
          </a:p>
          <a:p>
            <a:r>
              <a:rPr lang="en-US" dirty="0"/>
              <a:t>Adding authentication and authorization to a Web Site</a:t>
            </a:r>
          </a:p>
        </p:txBody>
      </p:sp>
    </p:spTree>
    <p:extLst>
      <p:ext uri="{BB962C8B-B14F-4D97-AF65-F5344CB8AC3E}">
        <p14:creationId xmlns:p14="http://schemas.microsoft.com/office/powerpoint/2010/main" val="980406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3508</TotalTime>
  <Words>58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CIS 174: Advanced C# Programming</vt:lpstr>
      <vt:lpstr>Assignments (Module 14)</vt:lpstr>
      <vt:lpstr>Topics (Module 14)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60</cp:revision>
  <dcterms:created xsi:type="dcterms:W3CDTF">2022-01-06T22:31:07Z</dcterms:created>
  <dcterms:modified xsi:type="dcterms:W3CDTF">2026-04-21T23:18:11Z</dcterms:modified>
</cp:coreProperties>
</file>