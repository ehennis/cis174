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5: 2026-</a:t>
            </a:r>
            <a:r>
              <a:rPr lang="en-US" dirty="0"/>
              <a:t>02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-11 to 02-17</a:t>
            </a:r>
          </a:p>
          <a:p>
            <a:r>
              <a:rPr lang="en-US" dirty="0"/>
              <a:t>Chapter 6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Murach Chapter 6 Quiz (Topic 3)</a:t>
            </a:r>
          </a:p>
          <a:p>
            <a:r>
              <a:rPr lang="en-US" dirty="0"/>
              <a:t>Website Add Site Menu, Admin, and Routing (Topic 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55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Routing</a:t>
            </a:r>
          </a:p>
          <a:p>
            <a:r>
              <a:rPr lang="en-US" dirty="0"/>
              <a:t>Creating URLs</a:t>
            </a:r>
          </a:p>
          <a:p>
            <a:r>
              <a:rPr lang="en-US" dirty="0"/>
              <a:t>Areas</a:t>
            </a:r>
          </a:p>
          <a:p>
            <a:r>
              <a:rPr lang="en-US" dirty="0"/>
              <a:t>Navigation Menu</a:t>
            </a:r>
          </a:p>
          <a:p>
            <a:r>
              <a:rPr lang="en-US" dirty="0"/>
              <a:t>Adding to your site</a:t>
            </a:r>
          </a:p>
        </p:txBody>
      </p:sp>
    </p:spTree>
    <p:extLst>
      <p:ext uri="{BB962C8B-B14F-4D97-AF65-F5344CB8AC3E}">
        <p14:creationId xmlns:p14="http://schemas.microsoft.com/office/powerpoint/2010/main" val="139782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3398</TotalTime>
  <Words>56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CIS 174: Advanced C# Programming</vt:lpstr>
      <vt:lpstr>Assignments (Module 5)</vt:lpstr>
      <vt:lpstr>Topics (Module 5)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49</cp:revision>
  <dcterms:created xsi:type="dcterms:W3CDTF">2022-01-06T22:31:07Z</dcterms:created>
  <dcterms:modified xsi:type="dcterms:W3CDTF">2026-02-11T01:03:38Z</dcterms:modified>
</cp:coreProperties>
</file>